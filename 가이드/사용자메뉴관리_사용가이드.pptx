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/>
              <a:t>제목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/>
              <a:t>내용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defRPr sz="4000" kern="1200">
          <a:solidFill>
            <a:schemeClr val="tx1"/>
          </a:solidFill>
          <a:latin typeface="+mj-lt"/>
        </a:defRPr>
      </a:lvl1pPr>
    </p:titleStyle>
    <p:bodyStyle>
      <a:lvl1pPr marL="342900" indent="-342900" algn="l" defTabSz="914400">
        <a:buFont typeface="Arial"/>
        <a:buChar char="•"/>
        <a:defRPr sz="2400" kern="1200">
          <a:solidFill>
            <a:schemeClr val="tx1"/>
          </a:solidFill>
          <a:latin typeface="+mn-lt"/>
        </a:defRPr>
      </a:lvl1pPr>
      <a:lvl2pPr marL="742950" indent="-285750" algn="l" defTabSz="914400">
        <a:buFont typeface="Arial"/>
        <a:buChar char="–"/>
        <a:defRPr sz="2000" kern="1200">
          <a:solidFill>
            <a:schemeClr val="tx1"/>
          </a:solidFill>
          <a:latin typeface="+mn-lt"/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사용자 메뉴관리 사용 가이드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SGH 청년공간 CMS</a:t>
            </a:r>
          </a:p>
          <a:p>
            <a:pPr lvl="0"/>
            <a:r>
              <a:rPr lang="ko-KR" dirty="0"/>
              <a:t>사용자(프론트) 페이지 메뉴를 관리자 화면에서 직접 관리</a:t>
            </a:r>
          </a:p>
          <a:p>
            <a:pPr lvl="0"/>
            <a:r>
              <a:rPr lang="ko-KR" dirty="0"/>
              <a:t>하드코딩 메뉴 → DB 기반 메뉴 관리로 전환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1. 개요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기존: 상단 메뉴(GNB)가 JSP에 하드코딩되어 수정 시 재배포 필요</a:t>
            </a:r>
          </a:p>
          <a:p>
            <a:pPr lvl="0"/>
            <a:r>
              <a:rPr lang="ko-KR" dirty="0"/>
              <a:t>변경: 관리자 화면에서 메뉴 추가·수정·삭제</a:t>
            </a:r>
          </a:p>
          <a:p>
            <a:pPr lvl="0"/>
            <a:r>
              <a:rPr lang="ko-KR" dirty="0"/>
              <a:t>각 메뉴를 콘텐츠 페이지 또는 게시판과 연결</a:t>
            </a:r>
          </a:p>
          <a:p>
            <a:pPr lvl="1"/>
            <a:r>
              <a:rPr lang="ko-KR" dirty="0"/>
              <a:t>메뉴 먼저 생성 후 콘텐츠/게시판은 나중에 연결 가능</a:t>
            </a:r>
          </a:p>
          <a:p>
            <a:pPr lvl="0"/>
            <a:r>
              <a:rPr lang="ko-KR" dirty="0"/>
              <a:t>등록 메뉴는 사용자 페이지에 자동 반영(미등록 시 기존 메뉴 유지)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2. 전체 구조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관리자: 사용자 메뉴관리 화면에서 등록/수정/삭제</a:t>
            </a:r>
          </a:p>
          <a:p>
            <a:pPr lvl="0"/>
            <a:r>
              <a:rPr lang="ko-KR" dirty="0"/>
              <a:t>저장소: SGH_USER_MENU 전용 테이블</a:t>
            </a:r>
          </a:p>
          <a:p>
            <a:pPr lvl="1"/>
            <a:r>
              <a:rPr lang="ko-KR" dirty="0"/>
              <a:t>MENU_TYPE = FOLDER / CONTENT / BOARD</a:t>
            </a:r>
          </a:p>
          <a:p>
            <a:pPr lvl="1"/>
            <a:r>
              <a:rPr lang="ko-KR" dirty="0"/>
              <a:t>URL_PATH = /user/page/{경로}.do (의미있는 URL)</a:t>
            </a:r>
          </a:p>
          <a:p>
            <a:pPr lvl="1"/>
            <a:r>
              <a:rPr lang="ko-KR" dirty="0"/>
              <a:t>LINKED_KEY = 콘텐츠키 또는 게시판ID</a:t>
            </a:r>
          </a:p>
          <a:p>
            <a:pPr lvl="0"/>
            <a:r>
              <a:rPr lang="ko-KR" dirty="0"/>
              <a:t>사용자: 상단 메뉴 자동 구성 → 유형에 따라 콘텐츠 렌더 또는 게시판 이동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3. 사전 준비 (최초 1회)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테이블 생성: script/ddl/mysql/sghcms_user_menu_DDL_mysql.sql</a:t>
            </a:r>
          </a:p>
          <a:p>
            <a:pPr lvl="0"/>
            <a:r>
              <a:rPr lang="ko-KR" dirty="0"/>
              <a:t>관리자 메뉴 등록: script/dml/mysql/sghcms_user_menu_DML_mysql.sql</a:t>
            </a:r>
          </a:p>
          <a:p>
            <a:pPr lvl="0"/>
            <a:r>
              <a:rPr lang="ko-KR" dirty="0"/>
              <a:t>애플리케이션 재기동</a:t>
            </a:r>
          </a:p>
          <a:p>
            <a:pPr lvl="0"/>
            <a:r>
              <a:rPr lang="ko-KR" dirty="0"/>
              <a:t>좌측 메뉴 콘텐츠/게시판 ▸ 사용자 메뉴관리 노출 확인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4. 관리자 화면 진입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관리자 로그인 → 콘텐츠/게시판 ▸ 사용자 메뉴관리</a:t>
            </a:r>
          </a:p>
          <a:p>
            <a:pPr lvl="0"/>
            <a:r>
              <a:rPr lang="ko-KR" dirty="0"/>
              <a:t>직접 URL: /admin/content/userMenu/list.do</a:t>
            </a:r>
          </a:p>
          <a:p>
            <a:pPr lvl="0"/>
            <a:r>
              <a:rPr lang="ko-KR" dirty="0"/>
              <a:t>좌측 = 등록된 메뉴 목록 / 우측 = 등록·수정 폼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5. 메뉴 추가하기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메뉴 이름: 사용자에게 보일 이름 (예: 청년정책)</a:t>
            </a:r>
          </a:p>
          <a:p>
            <a:pPr lvl="0"/>
            <a:r>
              <a:rPr lang="ko-KR" dirty="0"/>
              <a:t>메뉴 유형: 폴더 / 콘텐츠 페이지 / 게시판</a:t>
            </a:r>
          </a:p>
          <a:p>
            <a:pPr lvl="0"/>
            <a:r>
              <a:rPr lang="ko-KR" dirty="0"/>
              <a:t>상위 메뉴: 최상위 또는 특정 폴더 하위</a:t>
            </a:r>
          </a:p>
          <a:p>
            <a:pPr lvl="0"/>
            <a:r>
              <a:rPr lang="ko-KR" dirty="0"/>
              <a:t>URL 경로: 콘텐츠·게시판은 필수 (영소문자·숫자·하이픈)</a:t>
            </a:r>
          </a:p>
          <a:p>
            <a:pPr lvl="0"/>
            <a:r>
              <a:rPr lang="ko-KR" dirty="0"/>
              <a:t>정렬 순서 / 노출 여부 설정 후 저장</a:t>
            </a:r>
          </a:p>
          <a:p>
            <a:pPr lvl="1"/>
            <a:r>
              <a:rPr lang="ko-KR" dirty="0"/>
              <a:t>폴더 유형은 URL·연결 입력이 숨겨짐(그룹용)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6. 콘텐츠 페이지 작성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유형 = 콘텐츠 페이지 선택 후 저장 (콘텐츠가 메뉴에 자동 연결)</a:t>
            </a:r>
          </a:p>
          <a:p>
            <a:pPr lvl="0"/>
            <a:r>
              <a:rPr lang="ko-KR" dirty="0"/>
              <a:t>목록에서 [콘텐츠 편집] 버튼 클릭</a:t>
            </a:r>
          </a:p>
          <a:p>
            <a:pPr lvl="0"/>
            <a:r>
              <a:rPr lang="ko-KR" dirty="0"/>
              <a:t>CKEditor로 본문 작성·수정 후 저장</a:t>
            </a:r>
          </a:p>
          <a:p>
            <a:pPr lvl="1"/>
            <a:r>
              <a:rPr lang="ko-KR" dirty="0"/>
              <a:t>페이지 키를 직접 입력할 필요 없음(menu_{id} 자동 부여)</a:t>
            </a:r>
          </a:p>
          <a:p>
            <a:pPr lvl="0"/>
            <a:r>
              <a:rPr lang="ko-KR" dirty="0"/>
              <a:t>메뉴 삭제 시 연결된 콘텐츠도 함께 삭제됨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7. 게시판 연결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유형 = 게시판 선택</a:t>
            </a:r>
          </a:p>
          <a:p>
            <a:pPr lvl="0"/>
            <a:r>
              <a:rPr lang="ko-KR" dirty="0"/>
              <a:t>연결 게시판 드롭다운에서 선택(게시판 관리에서 미리 생성)</a:t>
            </a:r>
          </a:p>
          <a:p>
            <a:pPr lvl="0"/>
            <a:r>
              <a:rPr lang="ko-KR" dirty="0"/>
              <a:t>사용자가 클릭 시 해당 게시판 목록으로 이동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8. 사용자 화면 확인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등록·노출 메뉴는 상단 메뉴에 자동 표시</a:t>
            </a:r>
          </a:p>
          <a:p>
            <a:pPr lvl="0"/>
            <a:r>
              <a:rPr lang="ko-KR" dirty="0"/>
              <a:t>접근 URL: /user/page/{URL경로}.do (예: /user/page/policy.do)</a:t>
            </a:r>
          </a:p>
          <a:p>
            <a:pPr lvl="0"/>
            <a:r>
              <a:rPr lang="ko-KR" dirty="0"/>
              <a:t>폴더 메뉴는 드롭다운, 하위 메뉴는 링크로 표시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9. 보안 및 주의사항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URL 경로: 영소문자·숫자·하이픈만 허용(경로 변조·스크립트 차단)</a:t>
            </a:r>
          </a:p>
          <a:p>
            <a:pPr lvl="0"/>
            <a:r>
              <a:rPr lang="ko-KR" dirty="0"/>
              <a:t>게시판 ID: 영문·숫자·언더스코어만 허용 후 인코딩(리다이렉트 인젝션 차단)</a:t>
            </a:r>
          </a:p>
          <a:p>
            <a:pPr lvl="0"/>
            <a:r>
              <a:rPr lang="ko-KR" dirty="0"/>
              <a:t>콘텐츠 HTML: 저장 시 OWASP 새니타이저로 정제</a:t>
            </a:r>
          </a:p>
          <a:p>
            <a:pPr lvl="0"/>
            <a:r>
              <a:rPr lang="ko-KR" dirty="0"/>
              <a:t>URL 중복 불가, 자기 자신·순환 상위 지정 차단</a:t>
            </a:r>
          </a:p>
          <a:p>
            <a:pPr lvl="0"/>
            <a:r>
              <a:rPr lang="ko-KR" dirty="0"/>
              <a:t>하위 메뉴 있는 폴더는 삭제 불가(하위 정리 후 삭제)</a:t>
            </a:r>
          </a:p>
          <a:p>
            <a:pPr lvl="0"/>
            <a:r>
              <a:rPr lang="ko-KR" dirty="0"/>
              <a:t>모든 DB 접근은 MyBatis 파라미터 바인딩으로 SQL 인젝션 방지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dirty="0"/>
              <a:t>10. 자주 묻는 질문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ko-KR" dirty="0"/>
              <a:t>Q. 메뉴가 사용자 화면에 안 보여요</a:t>
            </a:r>
          </a:p>
          <a:p>
            <a:pPr lvl="1"/>
            <a:r>
              <a:rPr lang="ko-KR" dirty="0"/>
              <a:t>A. 노출 여부/연결/URL 경로 설정 확인. 폴더는 하위 메뉴 필요</a:t>
            </a:r>
          </a:p>
          <a:p>
            <a:pPr lvl="0"/>
            <a:r>
              <a:rPr lang="ko-KR" dirty="0"/>
              <a:t>Q. 기존 하드코딩 메뉴는?</a:t>
            </a:r>
          </a:p>
          <a:p>
            <a:pPr lvl="1"/>
            <a:r>
              <a:rPr lang="ko-KR" dirty="0"/>
              <a:t>A. 등록 메뉴가 없으면 정적 메뉴로 폴백, 등록 시 DB 메뉴 우선</a:t>
            </a:r>
          </a:p>
          <a:p>
            <a:pPr lvl="0"/>
            <a:r>
              <a:rPr lang="ko-KR" dirty="0"/>
              <a:t>Q. URL을 바꾸면 기존 링크는?</a:t>
            </a:r>
          </a:p>
          <a:p>
            <a:pPr lvl="1"/>
            <a:r>
              <a:rPr lang="ko-KR" dirty="0"/>
              <a:t>A. 이전 경로 접근은 메인으로 리다이렉트됨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